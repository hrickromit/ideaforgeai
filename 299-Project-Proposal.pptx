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2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39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5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0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3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6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3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2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A63E3-9247-499E-A853-F0710445E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075273"/>
            <a:ext cx="4670661" cy="2353727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4200" dirty="0" err="1"/>
              <a:t>IdeaForge</a:t>
            </a:r>
            <a:r>
              <a:rPr lang="en-GB" sz="4200" dirty="0"/>
              <a:t> AI: An AI-Powered Academic Project Intelligence Platform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892F4-7379-4B66-B77E-48762878E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814020"/>
            <a:ext cx="4670661" cy="1030178"/>
          </a:xfrm>
        </p:spPr>
        <p:txBody>
          <a:bodyPr>
            <a:normAutofit/>
          </a:bodyPr>
          <a:lstStyle/>
          <a:p>
            <a:r>
              <a:rPr lang="en-GB" dirty="0"/>
              <a:t>AI-powered platform for Computer Science projects</a:t>
            </a:r>
            <a:endParaRPr lang="en-US" dirty="0"/>
          </a:p>
        </p:txBody>
      </p:sp>
      <p:cxnSp>
        <p:nvCxnSpPr>
          <p:cNvPr id="38" name="Straight Connector 3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" descr="Angle view of circuit shaped like a brain">
            <a:extLst>
              <a:ext uri="{FF2B5EF4-FFF2-40B4-BE49-F238E27FC236}">
                <a16:creationId xmlns:a16="http://schemas.microsoft.com/office/drawing/2014/main" id="{FBCAEFF7-A048-F5A8-57CC-75273AC5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4" r="21059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464DE3-1EF9-4A57-A7DD-2F43CEA9E028}"/>
              </a:ext>
            </a:extLst>
          </p:cNvPr>
          <p:cNvSpPr txBox="1"/>
          <p:nvPr/>
        </p:nvSpPr>
        <p:spPr>
          <a:xfrm>
            <a:off x="640079" y="5266323"/>
            <a:ext cx="41079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u="sng" dirty="0"/>
              <a:t>Group 2 : CSE299.3</a:t>
            </a:r>
            <a:r>
              <a:rPr lang="en-GB" sz="1400" dirty="0"/>
              <a:t>;</a:t>
            </a:r>
            <a:br>
              <a:rPr lang="en-GB" sz="1400" dirty="0"/>
            </a:br>
            <a:r>
              <a:rPr lang="en-GB" sz="1400" dirty="0" err="1"/>
              <a:t>Hrick</a:t>
            </a:r>
            <a:r>
              <a:rPr lang="en-GB" sz="1400" dirty="0"/>
              <a:t> </a:t>
            </a:r>
            <a:r>
              <a:rPr lang="en-GB" sz="1400" dirty="0" err="1"/>
              <a:t>Romit</a:t>
            </a:r>
            <a:r>
              <a:rPr lang="en-GB" sz="1400" dirty="0"/>
              <a:t> (2322136642)</a:t>
            </a:r>
          </a:p>
          <a:p>
            <a:r>
              <a:rPr lang="en-GB" sz="1400" dirty="0" err="1"/>
              <a:t>Yoshiki</a:t>
            </a:r>
            <a:r>
              <a:rPr lang="en-GB" sz="1400" dirty="0"/>
              <a:t> Zaman (2311806042)</a:t>
            </a:r>
          </a:p>
          <a:p>
            <a:r>
              <a:rPr lang="en-GB" sz="1400" dirty="0"/>
              <a:t>Imtiaz Ahmed Khan (2323985642)</a:t>
            </a:r>
          </a:p>
          <a:p>
            <a:r>
              <a:rPr lang="en-GB" sz="1400" dirty="0" err="1"/>
              <a:t>Adib</a:t>
            </a:r>
            <a:r>
              <a:rPr lang="en-GB" sz="1400" dirty="0"/>
              <a:t> </a:t>
            </a:r>
            <a:r>
              <a:rPr lang="en-GB" sz="1400" dirty="0" err="1"/>
              <a:t>Araf</a:t>
            </a:r>
            <a:r>
              <a:rPr lang="en-GB" sz="1400" dirty="0"/>
              <a:t> </a:t>
            </a:r>
            <a:r>
              <a:rPr lang="en-GB" sz="1400" dirty="0" err="1"/>
              <a:t>Sabab</a:t>
            </a:r>
            <a:r>
              <a:rPr lang="en-GB" sz="1400" dirty="0"/>
              <a:t> (2322163042)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2840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5D2D-E08C-442C-95B1-5AE27931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194198-86F6-47EA-844F-88F9B585A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25" y="1270000"/>
            <a:ext cx="6594475" cy="441960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0608478-C6DF-442F-9FF1-582E8219DF3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60991" y="2907994"/>
            <a:ext cx="40041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Students unknowingly select duplicate projects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Difficult to search previous projects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Hard to judge project difficulty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Manual proposal checking takes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No AI guidance for students </a:t>
            </a:r>
          </a:p>
        </p:txBody>
      </p:sp>
    </p:spTree>
    <p:extLst>
      <p:ext uri="{BB962C8B-B14F-4D97-AF65-F5344CB8AC3E}">
        <p14:creationId xmlns:p14="http://schemas.microsoft.com/office/powerpoint/2010/main" val="404664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D636-9583-443B-B4CC-5C565F26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210733"/>
            <a:ext cx="3859397" cy="61806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624634-B0BB-4382-B9A2-9287D9C4E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25" y="1693526"/>
            <a:ext cx="6594475" cy="3840836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98F2BD7-A810-4991-80B7-2B11AF85F1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0079" y="2188018"/>
            <a:ext cx="38593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👨‍🎓 Student Portal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Search previous projects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Upload proposals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Get AI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👨‍🏫 Faculty Portal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Review proposals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View AI summaries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Check similarity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👨‍💼 Admin Portal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Manage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Manage project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8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0F1CB-F456-4C1B-9BC7-EB5DE15FFAEF}"/>
              </a:ext>
            </a:extLst>
          </p:cNvPr>
          <p:cNvSpPr txBox="1"/>
          <p:nvPr/>
        </p:nvSpPr>
        <p:spPr>
          <a:xfrm>
            <a:off x="1100666" y="4419599"/>
            <a:ext cx="401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AI Features :</a:t>
            </a:r>
          </a:p>
          <a:p>
            <a:r>
              <a:rPr lang="en-GB" dirty="0">
                <a:latin typeface="Avenir Next LT Pro" panose="020B0504020202020204" pitchFamily="34" charset="0"/>
              </a:rPr>
              <a:t>Semantic Search </a:t>
            </a:r>
          </a:p>
          <a:p>
            <a:r>
              <a:rPr lang="en-GB" dirty="0">
                <a:latin typeface="Avenir Next LT Pro" panose="020B0504020202020204" pitchFamily="34" charset="0"/>
              </a:rPr>
              <a:t>Similarity Detection </a:t>
            </a:r>
          </a:p>
          <a:p>
            <a:r>
              <a:rPr lang="en-GB" dirty="0">
                <a:latin typeface="Avenir Next LT Pro" panose="020B0504020202020204" pitchFamily="34" charset="0"/>
              </a:rPr>
              <a:t>Novelty Analysis </a:t>
            </a:r>
          </a:p>
          <a:p>
            <a:r>
              <a:rPr lang="en-GB" dirty="0">
                <a:latin typeface="Avenir Next LT Pro" panose="020B0504020202020204" pitchFamily="34" charset="0"/>
              </a:rPr>
              <a:t>Technology Recommendation </a:t>
            </a:r>
          </a:p>
          <a:p>
            <a:r>
              <a:rPr lang="en-GB" dirty="0">
                <a:latin typeface="Avenir Next LT Pro" panose="020B0504020202020204" pitchFamily="34" charset="0"/>
              </a:rPr>
              <a:t>AI Chatbot (RAG)</a:t>
            </a:r>
          </a:p>
          <a:p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7690B-9391-411C-99A0-EBCE609785C9}"/>
              </a:ext>
            </a:extLst>
          </p:cNvPr>
          <p:cNvSpPr txBox="1"/>
          <p:nvPr/>
        </p:nvSpPr>
        <p:spPr>
          <a:xfrm>
            <a:off x="6587067" y="4419599"/>
            <a:ext cx="5003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Next LT Pro" panose="020B0504020202020204" pitchFamily="34" charset="0"/>
              </a:rPr>
              <a:t>Technologies :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React.js , </a:t>
            </a:r>
            <a:r>
              <a:rPr lang="en-US" dirty="0" err="1">
                <a:latin typeface="Avenir Next LT Pro" panose="020B0504020202020204" pitchFamily="34" charset="0"/>
              </a:rPr>
              <a:t>FastAPI</a:t>
            </a:r>
            <a:r>
              <a:rPr lang="en-US" dirty="0">
                <a:latin typeface="Avenir Next LT Pro" panose="020B0504020202020204" pitchFamily="34" charset="0"/>
              </a:rPr>
              <a:t>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PostgreSQL , Python</a:t>
            </a:r>
          </a:p>
          <a:p>
            <a:r>
              <a:rPr lang="en-US" dirty="0" err="1">
                <a:latin typeface="Avenir Next LT Pro" panose="020B0504020202020204" pitchFamily="34" charset="0"/>
              </a:rPr>
              <a:t>LangChain</a:t>
            </a:r>
            <a:r>
              <a:rPr lang="en-US" dirty="0">
                <a:latin typeface="Avenir Next LT Pro" panose="020B0504020202020204" pitchFamily="34" charset="0"/>
              </a:rPr>
              <a:t>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FAISS / </a:t>
            </a:r>
            <a:r>
              <a:rPr lang="en-US" dirty="0" err="1">
                <a:latin typeface="Avenir Next LT Pro" panose="020B0504020202020204" pitchFamily="34" charset="0"/>
              </a:rPr>
              <a:t>ChromaDB</a:t>
            </a:r>
            <a:r>
              <a:rPr lang="en-US" dirty="0">
                <a:latin typeface="Avenir Next LT Pro" panose="020B0504020202020204" pitchFamily="34" charset="0"/>
              </a:rPr>
              <a:t> </a:t>
            </a:r>
          </a:p>
          <a:p>
            <a:r>
              <a:rPr lang="en-US" dirty="0" err="1">
                <a:latin typeface="Avenir Next LT Pro" panose="020B0504020202020204" pitchFamily="34" charset="0"/>
              </a:rPr>
              <a:t>OpenAI</a:t>
            </a:r>
            <a:r>
              <a:rPr lang="en-US" dirty="0">
                <a:latin typeface="Avenir Next LT Pro" panose="020B0504020202020204" pitchFamily="34" charset="0"/>
              </a:rPr>
              <a:t> / Gemini API</a:t>
            </a:r>
          </a:p>
          <a:p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A4C23-E254-4872-ADD5-4E10AD8A2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5" y="118534"/>
            <a:ext cx="9810750" cy="419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1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C419-1BAE-49E7-BA4E-1F846221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US" dirty="0" err="1"/>
              <a:t>xpected</a:t>
            </a:r>
            <a:r>
              <a:rPr lang="en-US" dirty="0"/>
              <a:t> Outcome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64B773-4EC8-4312-86B2-C11165F60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58" y="1719798"/>
            <a:ext cx="6594475" cy="3330542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675A431-B0F0-4EEE-BE06-B5F7621C8B5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0080" y="3019015"/>
            <a:ext cx="41149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Reduce duplicate projects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Better project selection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Faster proposal review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AI-assisted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Improve project originality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</a:rPr>
              <a:t>Build a long-term project repository </a:t>
            </a:r>
          </a:p>
        </p:txBody>
      </p:sp>
    </p:spTree>
    <p:extLst>
      <p:ext uri="{BB962C8B-B14F-4D97-AF65-F5344CB8AC3E}">
        <p14:creationId xmlns:p14="http://schemas.microsoft.com/office/powerpoint/2010/main" val="234107729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Bahnschrift</vt:lpstr>
      <vt:lpstr>Grandview Display</vt:lpstr>
      <vt:lpstr>DashVTI</vt:lpstr>
      <vt:lpstr>IdeaForge AI: An AI-Powered Academic Project Intelligence Platform</vt:lpstr>
      <vt:lpstr>Problem Statement </vt:lpstr>
      <vt:lpstr>Proposed Solution</vt:lpstr>
      <vt:lpstr>PowerPoint Presentation</vt:lpstr>
      <vt:lpstr>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IdeaForge AI: An AI-Powered Academic Project Intelligence Platform</dc:title>
  <dc:creator>Nazifa Khan</dc:creator>
  <cp:lastModifiedBy>Nazifa Khan</cp:lastModifiedBy>
  <cp:revision>1</cp:revision>
  <dcterms:created xsi:type="dcterms:W3CDTF">2026-06-28T14:28:15Z</dcterms:created>
  <dcterms:modified xsi:type="dcterms:W3CDTF">2026-06-28T15:01:59Z</dcterms:modified>
</cp:coreProperties>
</file>